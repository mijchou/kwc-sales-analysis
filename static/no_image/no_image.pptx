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F2F6"/>
    <a:srgbClr val="EEE9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11"/>
    <p:restoredTop sz="94681"/>
  </p:normalViewPr>
  <p:slideViewPr>
    <p:cSldViewPr snapToGrid="0">
      <p:cViewPr varScale="1">
        <p:scale>
          <a:sx n="142" d="100"/>
          <a:sy n="142" d="100"/>
        </p:scale>
        <p:origin x="192" y="50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CA043B-6135-C24C-9F0D-3951D2622EAD}" type="datetimeFigureOut">
              <a:rPr lang="en-US" smtClean="0"/>
              <a:t>7/30/24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32A1A-F17D-6045-858F-FF1475FB1A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76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432A1A-F17D-6045-858F-FF1475FB1AF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29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20096-2824-0647-44DC-FD8198939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2CB263-67F2-3447-40B4-B50EED6EC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B62A2-8FB3-50F9-B36D-F949C4605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E8A6-8BFE-5C43-825C-9817FF3D4F47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2539E-FBF1-93FA-206B-5562E10C1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1EC4C-FF15-85BD-67E9-9A96396E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8B16-F3F6-BE44-82A9-304080957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61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4F7A-C128-224E-BCD9-2234DF02F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ABD9C-4F36-BE2C-AD46-F7BA6A514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F82EB-1EFD-DBFE-4979-E3DC550C4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E8A6-8BFE-5C43-825C-9817FF3D4F47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4B270-3055-5662-1150-1A01421A3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27B5D-F408-42B9-49AC-6C6E59DDD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8B16-F3F6-BE44-82A9-304080957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71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8733A-02D4-CB56-BE20-E80871906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72221-4CC5-4C87-3E05-F28E8D020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33259-2326-0629-A3EE-A748B71A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E8A6-8BFE-5C43-825C-9817FF3D4F47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F3706-7ADF-E1DF-D9E1-FB8A8419F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EA6-6BFD-7FE8-BD74-6BFB8BD49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8B16-F3F6-BE44-82A9-304080957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382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B3D31-6838-E07D-2867-9FBD05F78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F67EE-90A9-A639-EC9E-2AA2213184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24D6B-AD2A-7AA4-DA78-197BF2015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8DDD2-0E7A-BBEC-DB69-B7C24858E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E8A6-8BFE-5C43-825C-9817FF3D4F47}" type="datetimeFigureOut">
              <a:rPr lang="en-US" smtClean="0"/>
              <a:t>7/30/24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56D02-8101-AA5C-D3A3-8398D261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56A1B-1E1A-395C-5797-6A9E920D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8B16-F3F6-BE44-82A9-304080957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02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640D4-A6AC-168E-BFBE-86E50007D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BD5E8-978C-7D74-CA23-10E63034A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3212DB-ECD7-3FC9-2B5F-36FEB8938D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7CC0A4-1BB3-42F0-1244-4A59966FE8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3D065-A720-75DB-D581-8196C1CC1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12F85D-E5A4-2068-E43A-FAF312D6D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E8A6-8BFE-5C43-825C-9817FF3D4F47}" type="datetimeFigureOut">
              <a:rPr lang="en-US" smtClean="0"/>
              <a:t>7/30/24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9A9974-6833-EE3F-E712-182A81BD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0A928E-D8B9-DB88-8BC7-1434DC03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8B16-F3F6-BE44-82A9-304080957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51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F8C82-3E66-E40F-4AEC-79CF54C22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A1E5B9-1E1D-6DB3-C480-DD69E362D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E8A6-8BFE-5C43-825C-9817FF3D4F47}" type="datetimeFigureOut">
              <a:rPr lang="en-US" smtClean="0"/>
              <a:t>7/30/24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621C6A-3244-95C6-0778-EC7330A11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F9870-A8CE-3277-F83D-7D8D548A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8B16-F3F6-BE44-82A9-304080957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1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F64FC8-BD4F-915E-7817-E48C4A61D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E8A6-8BFE-5C43-825C-9817FF3D4F47}" type="datetimeFigureOut">
              <a:rPr lang="en-US" smtClean="0"/>
              <a:t>7/30/24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E42EF-9A59-5E5D-5FA0-EB932133C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5E3D57-616D-115B-7249-478ED43CC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8B16-F3F6-BE44-82A9-304080957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4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02496-41DE-1DB0-01E9-A9FB552D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ED9CC-2CCA-EBEB-58A9-A6DA08F3E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8CA32-3863-4243-3F9C-1906ADC0C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484517-1920-7823-AD21-0F50C3255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E8A6-8BFE-5C43-825C-9817FF3D4F47}" type="datetimeFigureOut">
              <a:rPr lang="en-US" smtClean="0"/>
              <a:t>7/30/24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E01F6-619D-A4AB-C93A-3208D7533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14AD6-9589-9519-619B-B7630610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8B16-F3F6-BE44-82A9-304080957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51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769E4-14F2-E96F-3399-DC230FCF5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AA3A80-5B0C-023A-A628-B7B3B4080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48F3D-BC76-7EC8-C241-3A97EDDE9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B43F0-5359-F4E3-AD87-52F8AE45B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E8A6-8BFE-5C43-825C-9817FF3D4F47}" type="datetimeFigureOut">
              <a:rPr lang="en-US" smtClean="0"/>
              <a:t>7/30/24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26DB7-2616-B70C-E025-D8DDDE77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AB904-2B53-68C6-50B2-AD8C8AB2E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8B16-F3F6-BE44-82A9-304080957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116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C7C88-2BE2-9F98-27B7-489100D6C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6543A0-A7A4-7532-65FB-5AC65D8C6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94B41-9C0D-8359-3122-83654CE18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E8A6-8BFE-5C43-825C-9817FF3D4F47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72AF3-F381-FF74-DCBE-CA067DB17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99FE2-ED37-7223-4B0B-3C0880BBF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8B16-F3F6-BE44-82A9-304080957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6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258295-D426-E31B-DF56-D37ABD3EE6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50FAAF-E7F3-A5E9-4F7F-BB94B439F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AA771-7A1F-896F-2535-270832C7F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FE8A6-8BFE-5C43-825C-9817FF3D4F47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D174C-39F3-41C2-A1BC-1C1EC7172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D16FA-F8F5-9DC9-69BE-C67DE3EDD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8B16-F3F6-BE44-82A9-304080957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18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193CFB-D2F7-D053-0496-A69427FEE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A0854-30E7-9435-52C0-24AC0F217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B8732-B3AC-DD49-3E7F-AF62B87D01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FE8A6-8BFE-5C43-825C-9817FF3D4F47}" type="datetimeFigureOut">
              <a:rPr lang="en-US" smtClean="0"/>
              <a:t>7/30/24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C218C-2487-867E-B2BE-6EF08D8A62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79784-45EA-E528-78FA-083B85A81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E8B16-F3F6-BE44-82A9-304080957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08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75E07AF-C0F3-2C5A-D6A7-141210EEEFA2}"/>
              </a:ext>
            </a:extLst>
          </p:cNvPr>
          <p:cNvGrpSpPr/>
          <p:nvPr/>
        </p:nvGrpSpPr>
        <p:grpSpPr>
          <a:xfrm>
            <a:off x="2082800" y="1125348"/>
            <a:ext cx="7413625" cy="4187824"/>
            <a:chOff x="2082800" y="1125348"/>
            <a:chExt cx="7413625" cy="41878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47D028-1A6E-41BF-3C70-FBBE2AD69D36}"/>
                </a:ext>
              </a:extLst>
            </p:cNvPr>
            <p:cNvSpPr/>
            <p:nvPr/>
          </p:nvSpPr>
          <p:spPr>
            <a:xfrm>
              <a:off x="2082800" y="1125348"/>
              <a:ext cx="7413625" cy="41878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49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8F6AA89-712C-F1BF-1225-1783E37694A2}"/>
                </a:ext>
              </a:extLst>
            </p:cNvPr>
            <p:cNvSpPr txBox="1"/>
            <p:nvPr/>
          </p:nvSpPr>
          <p:spPr>
            <a:xfrm>
              <a:off x="4695541" y="4026332"/>
              <a:ext cx="23148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NO IMAGE</a:t>
              </a:r>
            </a:p>
          </p:txBody>
        </p:sp>
        <p:pic>
          <p:nvPicPr>
            <p:cNvPr id="3" name="Picture 2" descr="A close-up of a trophy&#10;&#10;Description automatically generated">
              <a:extLst>
                <a:ext uri="{FF2B5EF4-FFF2-40B4-BE49-F238E27FC236}">
                  <a16:creationId xmlns:a16="http://schemas.microsoft.com/office/drawing/2014/main" id="{B689293B-C5D9-4750-87AD-8F4CBD3F3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35996" y="2062398"/>
              <a:ext cx="1307232" cy="16373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618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</Words>
  <Application>Microsoft Macintosh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MiJ Chou</dc:creator>
  <cp:lastModifiedBy>MiJ Chou</cp:lastModifiedBy>
  <cp:revision>5</cp:revision>
  <dcterms:created xsi:type="dcterms:W3CDTF">2024-07-30T00:24:50Z</dcterms:created>
  <dcterms:modified xsi:type="dcterms:W3CDTF">2024-07-30T01:05:31Z</dcterms:modified>
</cp:coreProperties>
</file>